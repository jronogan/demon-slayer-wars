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59"/>
  </p:normalViewPr>
  <p:slideViewPr>
    <p:cSldViewPr snapToGrid="0">
      <p:cViewPr varScale="1">
        <p:scale>
          <a:sx n="88" d="100"/>
          <a:sy n="88" d="100"/>
        </p:scale>
        <p:origin x="176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CD91AB5-8D64-469B-81DF-A26B406D2B54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670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96B54-ED46-4036-80F8-E8EFB102CB24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8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1348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64B5AC7-D387-41BC-BBB6-F6DD0E8CACDB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7326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9771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0D73698-4765-4C7F-8C74-6EF048F95E94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20113" y="342900"/>
            <a:ext cx="5131133" cy="61722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87599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9A3EA51-69C4-4090-B98A-31CA47A2E35E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7519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33933-AD95-42CF-A390-A7073FD506A1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241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50E307-C64C-483A-9485-A61D01D72197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055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C36CA3-7064-4E52-B24E-E3CC37B36CB8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2100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3F469A-9BA4-41D9-A358-7174319CB857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433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98464" y="2423160"/>
            <a:ext cx="5486400" cy="3886200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B0C55-2E11-4E7F-9EF8-868B07C6C42C}" type="datetime1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99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4" y="1012952"/>
            <a:ext cx="4023360" cy="16367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E8E4848-C9F6-6844-AB1C-C4F0E8A472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2901" y="345109"/>
            <a:ext cx="6714969" cy="6163508"/>
          </a:xfrm>
          <a:custGeom>
            <a:avLst/>
            <a:gdLst>
              <a:gd name="connsiteX0" fmla="*/ 281857 w 6714969"/>
              <a:gd name="connsiteY0" fmla="*/ 0 h 6163508"/>
              <a:gd name="connsiteX1" fmla="*/ 6433112 w 6714969"/>
              <a:gd name="connsiteY1" fmla="*/ 0 h 6163508"/>
              <a:gd name="connsiteX2" fmla="*/ 6714969 w 6714969"/>
              <a:gd name="connsiteY2" fmla="*/ 281857 h 6163508"/>
              <a:gd name="connsiteX3" fmla="*/ 6714969 w 6714969"/>
              <a:gd name="connsiteY3" fmla="*/ 5881651 h 6163508"/>
              <a:gd name="connsiteX4" fmla="*/ 6433112 w 6714969"/>
              <a:gd name="connsiteY4" fmla="*/ 6163508 h 6163508"/>
              <a:gd name="connsiteX5" fmla="*/ 281857 w 6714969"/>
              <a:gd name="connsiteY5" fmla="*/ 6163508 h 6163508"/>
              <a:gd name="connsiteX6" fmla="*/ 0 w 6714969"/>
              <a:gd name="connsiteY6" fmla="*/ 5881651 h 6163508"/>
              <a:gd name="connsiteX7" fmla="*/ 0 w 6714969"/>
              <a:gd name="connsiteY7" fmla="*/ 281857 h 6163508"/>
              <a:gd name="connsiteX8" fmla="*/ 281857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281857" y="0"/>
                </a:moveTo>
                <a:lnTo>
                  <a:pt x="6433112" y="0"/>
                </a:lnTo>
                <a:cubicBezTo>
                  <a:pt x="6588777" y="0"/>
                  <a:pt x="6714969" y="126192"/>
                  <a:pt x="6714969" y="281857"/>
                </a:cubicBezTo>
                <a:lnTo>
                  <a:pt x="6714969" y="5881651"/>
                </a:lnTo>
                <a:cubicBezTo>
                  <a:pt x="6714969" y="6037316"/>
                  <a:pt x="6588777" y="6163508"/>
                  <a:pt x="6433112" y="6163508"/>
                </a:cubicBezTo>
                <a:lnTo>
                  <a:pt x="281857" y="6163508"/>
                </a:lnTo>
                <a:cubicBezTo>
                  <a:pt x="126192" y="6163508"/>
                  <a:pt x="0" y="6037316"/>
                  <a:pt x="0" y="5881651"/>
                </a:cubicBezTo>
                <a:lnTo>
                  <a:pt x="0" y="281857"/>
                </a:lnTo>
                <a:cubicBezTo>
                  <a:pt x="0" y="126192"/>
                  <a:pt x="126192" y="0"/>
                  <a:pt x="281857" y="0"/>
                </a:cubicBez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FCAD-E19B-4A0F-866E-979EDEC4B525}" type="datetime1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6045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4A14-E3E2-4038-B0C4-0EC5ECBDA17A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456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1396-E7F4-44BB-B3C1-CAADE8EE1BCB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511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3B70-0873-4F91-B20E-188F8FCBC95A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3046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080"/>
            <a:ext cx="597103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1211-1BBF-43C8-98F1-415153382D43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110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C37F1-4FE0-40C5-A1CC-AC65E60D9E3F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6697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0"/>
            <a:ext cx="4501152" cy="61722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0F37310-2C84-4F72-97F3-ED5E52F7A674}" type="datetime1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260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373D-8BEF-4D11-A85D-4ADD8461D8CF}" type="datetime1">
              <a:rPr lang="en-US" smtClean="0"/>
              <a:t>11/27/25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3304" y="352327"/>
            <a:ext cx="4495799" cy="61722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6343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04D0A65-74B1-4258-9347-517577BEF7B0}" type="datetime1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7633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0591-709C-49DC-8FE0-9F32B5969F72}" type="datetime1">
              <a:rPr lang="en-US" smtClean="0"/>
              <a:t>11/27/25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68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2933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3D0D37D-152B-44E6-AB8F-60E41FE679D7}" type="datetime1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2757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FD62D-5EED-4798-9EBA-B6E1A9B98072}" type="datetime1">
              <a:rPr lang="en-US" smtClean="0"/>
              <a:t>11/27/25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3936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FCFE97D-4F8B-4270-9223-9617008B9FA3}" type="datetime1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2490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B1D5C-1F84-4585-9043-549E87BD77AE}" type="datetime1">
              <a:rPr lang="en-US" smtClean="0"/>
              <a:t>11/27/25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0410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EB90F8-5A2D-4795-872B-662FE96339B2}" type="datetime1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2013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A22F9C2-5647-4E58-BE9B-A16834D13FE3}" type="datetime1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2554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B124E6D-88B1-474F-9E7C-C29F02FACC38}" type="datetime1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162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1C7E-4348-443E-B7C8-EE213DFF1CB1}" type="datetime1">
              <a:rPr lang="en-US" smtClean="0"/>
              <a:t>11/27/25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7747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20042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BB8D-1BA0-4790-987D-651470CA8928}" type="datetime1">
              <a:rPr lang="en-US" smtClean="0"/>
              <a:t>11/27/25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5912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067414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38328"/>
          </a:xfrm>
        </p:spPr>
        <p:txBody>
          <a:bodyPr/>
          <a:lstStyle/>
          <a:p>
            <a:fld id="{48CD4B21-9C97-4358-8E22-9F49A31BDF6B}" type="datetime1">
              <a:rPr lang="en-US" smtClean="0"/>
              <a:t>11/27/25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2434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8FABC-5F70-4DE9-8A42-1DE3D93319BF}" type="datetime1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4631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2AAB-0859-49C5-9F81-D3744B520913}" type="datetime1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3046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4"/>
            <a:ext cx="3666744" cy="4039044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C0E27-EFA9-4706-B7B3-384BAC09CA5C}" type="datetime1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817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38527-6BF7-45BD-8E9C-2BDCA53716A3}" type="datetime1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84962757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2D2C4-0829-4B37-AFA9-97EED5EA275A}" type="datetime1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134553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3353C-D70D-4D92-85A4-BE6E7FCC2830}" type="datetime1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03504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78069768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22C3-A8C0-4CE4-AFAA-25D23CB3242F}" type="datetime1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27057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B6EAC-4E38-4BC4-964B-55A6571A4EBF}" type="datetime1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75911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DDD8-66B1-484C-ABC1-3F6C2E131531}" type="datetime1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024645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6776" y="5276088"/>
            <a:ext cx="9061704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828800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BEC5-37D0-4E5C-8671-D7D2A06BE21B}" type="datetime1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18782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51F96B-ED98-BF55-D2B0-047000EF48E1}"/>
              </a:ext>
            </a:extLst>
          </p:cNvPr>
          <p:cNvSpPr/>
          <p:nvPr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2093976"/>
            <a:ext cx="8695944" cy="213055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FC37-12B5-4EB9-BB05-B5E210E93FF0}" type="datetime1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9007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450699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438912"/>
            <a:ext cx="9619488" cy="45262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F6F3-6829-4CDD-B3A1-8F321E27194A}" type="datetime1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9793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148947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179576"/>
            <a:ext cx="9317736" cy="3785616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652C-AA1E-4738-883B-0336FAAA5DB1}" type="datetime1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517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25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24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56A5-925A-45AB-8491-C696F304662B}" type="datetime1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42107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88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2B41-9B9A-4653-8E8E-9D57A4983847}" type="datetime1">
              <a:rPr lang="en-US" smtClean="0"/>
              <a:t>11/27/25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84107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0A14-C874-4C11-943E-4B7AAF73B997}" type="datetime1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47143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0914-BFFA-4E5B-B382-06A92C8508A8}" type="datetime1">
              <a:rPr lang="en-US" smtClean="0"/>
              <a:t>11/27/25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98021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5"/>
            <a:ext cx="3595634" cy="221284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823029"/>
            <a:ext cx="3309608" cy="3481355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EE75D-2E4A-469A-9092-8B43711F5315}" type="datetime1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810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593592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502843" y="342901"/>
            <a:ext cx="7346258" cy="6172198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6FD38-01FF-4539-8A35-AB19E4D5C3A7}" type="datetime1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40009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C5BFC-EF85-4C2B-8809-2F9E7D76A143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7775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805FF-0F6F-4DB7-B5D6-9BF14E40F716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6615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E9D380B3-E270-4064-8D13-292A875F6C31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224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  <p:sldLayoutId id="2147483690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699" r:id="rId49"/>
    <p:sldLayoutId id="2147483700" r:id="rId50"/>
    <p:sldLayoutId id="2147483701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BE01D-B39E-01B1-6CCF-EF2F4168E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/>
          <a:p>
            <a:r>
              <a:rPr lang="en-US" dirty="0"/>
              <a:t>Demon Slayer (Turn-based game)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A336BC-C5C1-FF2D-9371-B7DC74604A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>
            <a:normAutofit/>
          </a:bodyPr>
          <a:lstStyle/>
          <a:p>
            <a:r>
              <a:rPr lang="en-US" dirty="0"/>
              <a:t>Joseph Gan SEB Project Presentation</a:t>
            </a:r>
          </a:p>
        </p:txBody>
      </p:sp>
      <p:pic>
        <p:nvPicPr>
          <p:cNvPr id="5" name="Picture Placeholder 4" descr="A group of people walking on grass&#10;&#10;AI-generated content may be incorrect.">
            <a:extLst>
              <a:ext uri="{FF2B5EF4-FFF2-40B4-BE49-F238E27FC236}">
                <a16:creationId xmlns:a16="http://schemas.microsoft.com/office/drawing/2014/main" id="{FEE2DB8D-673B-11A1-F0DB-941173ECC8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2884" b="12884"/>
          <a:stretch>
            <a:fillRect/>
          </a:stretch>
        </p:blipFill>
        <p:spPr>
          <a:xfrm>
            <a:off x="342900" y="342900"/>
            <a:ext cx="11506200" cy="4792663"/>
          </a:xfrm>
        </p:spPr>
      </p:pic>
    </p:spTree>
    <p:extLst>
      <p:ext uri="{BB962C8B-B14F-4D97-AF65-F5344CB8AC3E}">
        <p14:creationId xmlns:p14="http://schemas.microsoft.com/office/powerpoint/2010/main" val="3531072261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826328CA-5F67-4711-B85D-145ABD90F0C2}" vid="{19057A55-7D5A-4630-9E53-CA5ED644777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Neue Haas Grotesk Text Pro</vt:lpstr>
      <vt:lpstr>Dune</vt:lpstr>
      <vt:lpstr>Demon Slayer (Turn-based game)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1</cp:revision>
  <dcterms:created xsi:type="dcterms:W3CDTF">2025-11-27T05:35:56Z</dcterms:created>
  <dcterms:modified xsi:type="dcterms:W3CDTF">2025-11-27T05:38:03Z</dcterms:modified>
</cp:coreProperties>
</file>